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06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0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9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7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3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8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6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5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13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9672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39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3954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60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17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02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D3DA9B5-ABF9-4D91-96AD-0F02F88376CA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6FE25B-E73D-47C2-9AEC-4236BB37B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60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B259-5FDC-F9F8-0EA2-50B5FDA69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PHY-321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A5B0E-F492-D756-37EA-EECB3F78D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n>
                  <a:solidFill>
                    <a:schemeClr val="bg2">
                      <a:lumMod val="75000"/>
                    </a:schemeClr>
                  </a:solidFill>
                </a:ln>
              </a:rPr>
              <a:t>A computational approach to the trajectories of dimpled spheres.</a:t>
            </a:r>
          </a:p>
        </p:txBody>
      </p:sp>
    </p:spTree>
    <p:extLst>
      <p:ext uri="{BB962C8B-B14F-4D97-AF65-F5344CB8AC3E}">
        <p14:creationId xmlns:p14="http://schemas.microsoft.com/office/powerpoint/2010/main" val="56532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F5EB3-75C0-0CF4-236E-E72C4ED81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01929"/>
            <a:ext cx="10967199" cy="1656290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/>
              <a:t>Recall the first exercise of the first midterm. We worked on integrating the equations of motion for the trajectory of a golf ball. We obtained a result that, while acceptable, as it showed effort and that we were capable of creating a numerical integrator for systems we hadn’t worked with, was not physical in nature. Our result – a trajectory – had significant differences compared to real trajectories and ranges.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E89F9-CAEC-788F-DCE7-BC1DD7419109}"/>
              </a:ext>
            </a:extLst>
          </p:cNvPr>
          <p:cNvSpPr txBox="1"/>
          <p:nvPr/>
        </p:nvSpPr>
        <p:spPr>
          <a:xfrm>
            <a:off x="684212" y="5729378"/>
            <a:ext cx="853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are we trying to accomplish?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DE22C-473A-DC68-7A84-971C330B9EB8}"/>
              </a:ext>
            </a:extLst>
          </p:cNvPr>
          <p:cNvSpPr txBox="1"/>
          <p:nvPr/>
        </p:nvSpPr>
        <p:spPr>
          <a:xfrm>
            <a:off x="1023668" y="3860322"/>
            <a:ext cx="9874370" cy="717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want to investigate this difference, by approaching the problem of the Magnus effect on a dimpled golf ball from a more computational angle. </a:t>
            </a:r>
          </a:p>
        </p:txBody>
      </p:sp>
    </p:spTree>
    <p:extLst>
      <p:ext uri="{BB962C8B-B14F-4D97-AF65-F5344CB8AC3E}">
        <p14:creationId xmlns:p14="http://schemas.microsoft.com/office/powerpoint/2010/main" val="92479527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48</TotalTime>
  <Words>123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Slice</vt:lpstr>
      <vt:lpstr>PHY-321 Final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Matrim Cirullo-Nesbitt</dc:creator>
  <cp:lastModifiedBy>Matrim Cirullo-Nesbitt</cp:lastModifiedBy>
  <cp:revision>1</cp:revision>
  <dcterms:created xsi:type="dcterms:W3CDTF">2026-04-24T19:26:45Z</dcterms:created>
  <dcterms:modified xsi:type="dcterms:W3CDTF">2026-04-24T20:14:54Z</dcterms:modified>
</cp:coreProperties>
</file>